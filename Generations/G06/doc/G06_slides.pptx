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en-H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0972"/>
    <p:restoredTop sz="94694"/>
  </p:normalViewPr>
  <p:slideViewPr>
    <p:cSldViewPr snapToGrid="0">
      <p:cViewPr varScale="1">
        <p:scale>
          <a:sx n="111" d="100"/>
          <a:sy n="111" d="100"/>
        </p:scale>
        <p:origin x="232" y="41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04F290-F867-BED0-32DB-875F156E508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HU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70025CC-5C41-AD1D-9CF2-452DED79551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H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D2BFC7F-5E2A-9328-EF55-7108A1FECD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01C9F1-F29D-274D-A784-FAA5CFF8E267}" type="datetimeFigureOut">
              <a:rPr lang="en-HU" smtClean="0"/>
              <a:t>2025. 08. 27.</a:t>
            </a:fld>
            <a:endParaRPr lang="en-H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16CD18C-F090-4F7C-A56E-2E0141D7FA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H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6E11C8C-25D0-E8D0-DF67-3BD8E1B591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5D29E1-73BA-1A44-B3BA-C2AF39FA9157}" type="slidenum">
              <a:rPr lang="en-HU" smtClean="0"/>
              <a:t>‹#›</a:t>
            </a:fld>
            <a:endParaRPr lang="en-HU"/>
          </a:p>
        </p:txBody>
      </p:sp>
    </p:spTree>
    <p:extLst>
      <p:ext uri="{BB962C8B-B14F-4D97-AF65-F5344CB8AC3E}">
        <p14:creationId xmlns:p14="http://schemas.microsoft.com/office/powerpoint/2010/main" val="352890961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93F194-7E04-D359-8D7A-730FB3236D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H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7889F24-B090-54A2-A88C-53D10357F43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H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AF55EF0-6E90-9688-A926-1250F81F45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01C9F1-F29D-274D-A784-FAA5CFF8E267}" type="datetimeFigureOut">
              <a:rPr lang="en-HU" smtClean="0"/>
              <a:t>2025. 08. 27.</a:t>
            </a:fld>
            <a:endParaRPr lang="en-H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5F468A0-4724-FEC4-ADE3-94E5C46B23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H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E49EBEB-D33C-A11A-DFFF-C9D20A2543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5D29E1-73BA-1A44-B3BA-C2AF39FA9157}" type="slidenum">
              <a:rPr lang="en-HU" smtClean="0"/>
              <a:t>‹#›</a:t>
            </a:fld>
            <a:endParaRPr lang="en-HU"/>
          </a:p>
        </p:txBody>
      </p:sp>
    </p:spTree>
    <p:extLst>
      <p:ext uri="{BB962C8B-B14F-4D97-AF65-F5344CB8AC3E}">
        <p14:creationId xmlns:p14="http://schemas.microsoft.com/office/powerpoint/2010/main" val="197114978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4826C7-6367-6101-04B4-ECFF75E184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H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E6F9C83-8292-72D6-0CDC-5ECC6F8855C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FFFF75C-201C-7EFB-690C-72F3B40F32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01C9F1-F29D-274D-A784-FAA5CFF8E267}" type="datetimeFigureOut">
              <a:rPr lang="en-HU" smtClean="0"/>
              <a:t>2025. 08. 27.</a:t>
            </a:fld>
            <a:endParaRPr lang="en-H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7637348-50A8-52CC-0933-85B1EB33B1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H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10A9407-D061-338A-266E-824279285D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5D29E1-73BA-1A44-B3BA-C2AF39FA9157}" type="slidenum">
              <a:rPr lang="en-HU" smtClean="0"/>
              <a:t>‹#›</a:t>
            </a:fld>
            <a:endParaRPr lang="en-HU"/>
          </a:p>
        </p:txBody>
      </p:sp>
    </p:spTree>
    <p:extLst>
      <p:ext uri="{BB962C8B-B14F-4D97-AF65-F5344CB8AC3E}">
        <p14:creationId xmlns:p14="http://schemas.microsoft.com/office/powerpoint/2010/main" val="352488352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9507FE-B1B3-F6D7-1401-514C1171D2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H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9DDF0E-5746-FACA-513C-EAF36FD998C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HU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004E197-5751-F1D0-C805-07F4BDA683B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HU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3575146-BE60-3B86-CB0E-082D8E03D7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01C9F1-F29D-274D-A784-FAA5CFF8E267}" type="datetimeFigureOut">
              <a:rPr lang="en-HU" smtClean="0"/>
              <a:t>2025. 08. 27.</a:t>
            </a:fld>
            <a:endParaRPr lang="en-H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80941F3-06A6-6B61-2EC7-A65D382A2A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H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30848CD-C98B-634B-58AE-95F2228CA6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5D29E1-73BA-1A44-B3BA-C2AF39FA9157}" type="slidenum">
              <a:rPr lang="en-HU" smtClean="0"/>
              <a:t>‹#›</a:t>
            </a:fld>
            <a:endParaRPr lang="en-HU"/>
          </a:p>
        </p:txBody>
      </p:sp>
    </p:spTree>
    <p:extLst>
      <p:ext uri="{BB962C8B-B14F-4D97-AF65-F5344CB8AC3E}">
        <p14:creationId xmlns:p14="http://schemas.microsoft.com/office/powerpoint/2010/main" val="175577376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AC1496-642D-5D58-F3CD-F963C3B358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H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FCB0DA6-10DD-8225-420E-5235C81CDA9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807995F-8989-5276-0A94-FBACDAFE8FE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HU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B99D6CC-0EB4-7300-5264-18D42D590B3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FC6D2F4-A768-051F-C184-3AB5724C74D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HU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BC2681D1-FA09-CCAE-D180-B5E014F28E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01C9F1-F29D-274D-A784-FAA5CFF8E267}" type="datetimeFigureOut">
              <a:rPr lang="en-HU" smtClean="0"/>
              <a:t>2025. 08. 27.</a:t>
            </a:fld>
            <a:endParaRPr lang="en-HU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D93923E-E21E-BF23-38E3-475B7C8A89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HU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8BCDC9B-6868-5181-277B-DDE90E8557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5D29E1-73BA-1A44-B3BA-C2AF39FA9157}" type="slidenum">
              <a:rPr lang="en-HU" smtClean="0"/>
              <a:t>‹#›</a:t>
            </a:fld>
            <a:endParaRPr lang="en-HU"/>
          </a:p>
        </p:txBody>
      </p:sp>
    </p:spTree>
    <p:extLst>
      <p:ext uri="{BB962C8B-B14F-4D97-AF65-F5344CB8AC3E}">
        <p14:creationId xmlns:p14="http://schemas.microsoft.com/office/powerpoint/2010/main" val="258898747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00025D-F8E5-585A-A425-10CE519774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HU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EEBF554-589B-1DBF-D97B-72E34B4C35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01C9F1-F29D-274D-A784-FAA5CFF8E267}" type="datetimeFigureOut">
              <a:rPr lang="en-HU" smtClean="0"/>
              <a:t>2025. 08. 27.</a:t>
            </a:fld>
            <a:endParaRPr lang="en-HU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003503F-EC07-D155-5ACD-39FAC49531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HU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BDEE161-BA95-AC16-A806-1E5B6FBFF3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5D29E1-73BA-1A44-B3BA-C2AF39FA9157}" type="slidenum">
              <a:rPr lang="en-HU" smtClean="0"/>
              <a:t>‹#›</a:t>
            </a:fld>
            <a:endParaRPr lang="en-HU"/>
          </a:p>
        </p:txBody>
      </p:sp>
    </p:spTree>
    <p:extLst>
      <p:ext uri="{BB962C8B-B14F-4D97-AF65-F5344CB8AC3E}">
        <p14:creationId xmlns:p14="http://schemas.microsoft.com/office/powerpoint/2010/main" val="123041002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B9F233D-A0F1-3A52-5932-518460A8AB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01C9F1-F29D-274D-A784-FAA5CFF8E267}" type="datetimeFigureOut">
              <a:rPr lang="en-HU" smtClean="0"/>
              <a:t>2025. 08. 27.</a:t>
            </a:fld>
            <a:endParaRPr lang="en-HU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F063350-6F81-E4F6-D569-C948C34BA7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H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F3C84A7-3D17-CBF4-82AB-A292782C01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5D29E1-73BA-1A44-B3BA-C2AF39FA9157}" type="slidenum">
              <a:rPr lang="en-HU" smtClean="0"/>
              <a:t>‹#›</a:t>
            </a:fld>
            <a:endParaRPr lang="en-HU"/>
          </a:p>
        </p:txBody>
      </p:sp>
    </p:spTree>
    <p:extLst>
      <p:ext uri="{BB962C8B-B14F-4D97-AF65-F5344CB8AC3E}">
        <p14:creationId xmlns:p14="http://schemas.microsoft.com/office/powerpoint/2010/main" val="115841657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7247B6-0367-40C7-8D2F-CFD01178A5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H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63044C-D6A5-D7A8-F1E4-289EAD25C63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H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0741456-F207-E05A-1DF7-6FAF5118953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EA84A87-8732-187C-13EA-CF54379176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01C9F1-F29D-274D-A784-FAA5CFF8E267}" type="datetimeFigureOut">
              <a:rPr lang="en-HU" smtClean="0"/>
              <a:t>2025. 08. 27.</a:t>
            </a:fld>
            <a:endParaRPr lang="en-H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1207B2E-D365-B157-02F0-8BC9DE98BE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H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0A0EF8E-3E5D-DCE2-1F1A-85F8FFA33E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5D29E1-73BA-1A44-B3BA-C2AF39FA9157}" type="slidenum">
              <a:rPr lang="en-HU" smtClean="0"/>
              <a:t>‹#›</a:t>
            </a:fld>
            <a:endParaRPr lang="en-HU"/>
          </a:p>
        </p:txBody>
      </p:sp>
    </p:spTree>
    <p:extLst>
      <p:ext uri="{BB962C8B-B14F-4D97-AF65-F5344CB8AC3E}">
        <p14:creationId xmlns:p14="http://schemas.microsoft.com/office/powerpoint/2010/main" val="28188336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71C174-BE41-BDB6-27CB-4ECDD8F34F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HU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352CC51-1411-63C9-4C39-74BB29EDF5C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H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2135E69-40BB-004A-682A-9205C8D9BC2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E581E37-D784-E8BD-E214-FD9FD86453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01C9F1-F29D-274D-A784-FAA5CFF8E267}" type="datetimeFigureOut">
              <a:rPr lang="en-HU" smtClean="0"/>
              <a:t>2025. 08. 27.</a:t>
            </a:fld>
            <a:endParaRPr lang="en-H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F903D57-CF2B-B82F-4406-12A6D91DB2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H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9606884-5E93-F0BE-B33C-A6C35995D8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5D29E1-73BA-1A44-B3BA-C2AF39FA9157}" type="slidenum">
              <a:rPr lang="en-HU" smtClean="0"/>
              <a:t>‹#›</a:t>
            </a:fld>
            <a:endParaRPr lang="en-HU"/>
          </a:p>
        </p:txBody>
      </p:sp>
    </p:spTree>
    <p:extLst>
      <p:ext uri="{BB962C8B-B14F-4D97-AF65-F5344CB8AC3E}">
        <p14:creationId xmlns:p14="http://schemas.microsoft.com/office/powerpoint/2010/main" val="327060193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093ECE-6866-3256-7621-4AB5E82929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H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7BF3B00-10CD-E4C8-031D-902AB5C5AB9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H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B3E0E72-FF5D-F6DD-1927-9C3A8485EA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01C9F1-F29D-274D-A784-FAA5CFF8E267}" type="datetimeFigureOut">
              <a:rPr lang="en-HU" smtClean="0"/>
              <a:t>2025. 08. 27.</a:t>
            </a:fld>
            <a:endParaRPr lang="en-H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CE4CF21-9767-A97B-EC9C-C994F61F07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H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021E957-BD8D-3BF5-C0FB-EF01F5BA9B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5D29E1-73BA-1A44-B3BA-C2AF39FA9157}" type="slidenum">
              <a:rPr lang="en-HU" smtClean="0"/>
              <a:t>‹#›</a:t>
            </a:fld>
            <a:endParaRPr lang="en-HU"/>
          </a:p>
        </p:txBody>
      </p:sp>
    </p:spTree>
    <p:extLst>
      <p:ext uri="{BB962C8B-B14F-4D97-AF65-F5344CB8AC3E}">
        <p14:creationId xmlns:p14="http://schemas.microsoft.com/office/powerpoint/2010/main" val="88373372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C7E6522-8311-4564-F93E-91223B57776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H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4543EF9-2448-3800-5D4A-A5F6692BD31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H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19FE586-610F-3FF4-14BC-29EAC513D7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01C9F1-F29D-274D-A784-FAA5CFF8E267}" type="datetimeFigureOut">
              <a:rPr lang="en-HU" smtClean="0"/>
              <a:t>2025. 08. 27.</a:t>
            </a:fld>
            <a:endParaRPr lang="en-H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4CCC74B-0201-2A12-7682-CAA5140057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H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6066D9A-C30C-6F9A-F3EC-2F314DE96D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5D29E1-73BA-1A44-B3BA-C2AF39FA9157}" type="slidenum">
              <a:rPr lang="en-HU" smtClean="0"/>
              <a:t>‹#›</a:t>
            </a:fld>
            <a:endParaRPr lang="en-HU"/>
          </a:p>
        </p:txBody>
      </p:sp>
    </p:spTree>
    <p:extLst>
      <p:ext uri="{BB962C8B-B14F-4D97-AF65-F5344CB8AC3E}">
        <p14:creationId xmlns:p14="http://schemas.microsoft.com/office/powerpoint/2010/main" val="181494302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7CD0294-ED42-6B22-B381-6B39EC342A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H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2033EC4-39F1-0D7B-7EE2-DE1D2FC1F1E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H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7EC93A6-34AB-D3A6-FFE8-F71BC57E06D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C01C9F1-F29D-274D-A784-FAA5CFF8E267}" type="datetimeFigureOut">
              <a:rPr lang="en-HU" smtClean="0"/>
              <a:t>2025. 08. 27.</a:t>
            </a:fld>
            <a:endParaRPr lang="en-H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F604B9B-F7D6-F9BF-00C1-03782FD0609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H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CD77860-ACF9-6978-1B7D-41F56BF66EA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05D29E1-73BA-1A44-B3BA-C2AF39FA9157}" type="slidenum">
              <a:rPr lang="en-HU" smtClean="0"/>
              <a:t>‹#›</a:t>
            </a:fld>
            <a:endParaRPr lang="en-HU"/>
          </a:p>
        </p:txBody>
      </p:sp>
    </p:spTree>
    <p:extLst>
      <p:ext uri="{BB962C8B-B14F-4D97-AF65-F5344CB8AC3E}">
        <p14:creationId xmlns:p14="http://schemas.microsoft.com/office/powerpoint/2010/main" val="164519952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H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nip Single Corner of Rectangle 3">
            <a:extLst>
              <a:ext uri="{FF2B5EF4-FFF2-40B4-BE49-F238E27FC236}">
                <a16:creationId xmlns:a16="http://schemas.microsoft.com/office/drawing/2014/main" id="{D564F8A5-097C-934E-EF52-1C80992D93F8}"/>
              </a:ext>
            </a:extLst>
          </p:cNvPr>
          <p:cNvSpPr/>
          <p:nvPr/>
        </p:nvSpPr>
        <p:spPr>
          <a:xfrm>
            <a:off x="606055" y="435599"/>
            <a:ext cx="3987210" cy="2450805"/>
          </a:xfrm>
          <a:prstGeom prst="snip1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HU" sz="1200" dirty="0"/>
              <a:t>Idea (any)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D1CDBFFC-146D-3703-E376-FB6E57C2BC06}"/>
              </a:ext>
            </a:extLst>
          </p:cNvPr>
          <p:cNvSpPr/>
          <p:nvPr/>
        </p:nvSpPr>
        <p:spPr>
          <a:xfrm>
            <a:off x="864780" y="1252535"/>
            <a:ext cx="3604439" cy="1477925"/>
          </a:xfrm>
          <a:prstGeom prst="round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endParaRPr lang="en-HU" sz="1200" dirty="0"/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2BDE75A0-E820-191F-3A58-ABE2EFBCBB5B}"/>
              </a:ext>
            </a:extLst>
          </p:cNvPr>
          <p:cNvSpPr/>
          <p:nvPr/>
        </p:nvSpPr>
        <p:spPr>
          <a:xfrm>
            <a:off x="712380" y="1100135"/>
            <a:ext cx="3604439" cy="1477925"/>
          </a:xfrm>
          <a:prstGeom prst="round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HU" sz="1200" dirty="0"/>
              <a:t>Variable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HU" sz="1200" dirty="0"/>
              <a:t>Definition (Idea)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HU" sz="1200" dirty="0"/>
              <a:t>Value (single or collection)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HU" sz="1200" dirty="0"/>
              <a:t>Measurement unit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HU" sz="1200" dirty="0"/>
          </a:p>
        </p:txBody>
      </p:sp>
      <p:sp>
        <p:nvSpPr>
          <p:cNvPr id="7" name="Snip Single Corner of Rectangle 6">
            <a:extLst>
              <a:ext uri="{FF2B5EF4-FFF2-40B4-BE49-F238E27FC236}">
                <a16:creationId xmlns:a16="http://schemas.microsoft.com/office/drawing/2014/main" id="{C2AF37CD-1C32-2807-3A13-A9C0F21DF020}"/>
              </a:ext>
            </a:extLst>
          </p:cNvPr>
          <p:cNvSpPr/>
          <p:nvPr/>
        </p:nvSpPr>
        <p:spPr>
          <a:xfrm>
            <a:off x="606055" y="3209257"/>
            <a:ext cx="1052624" cy="788580"/>
          </a:xfrm>
          <a:prstGeom prst="snip1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HU" sz="1200" dirty="0"/>
              <a:t>Idea</a:t>
            </a:r>
          </a:p>
        </p:txBody>
      </p:sp>
      <p:sp>
        <p:nvSpPr>
          <p:cNvPr id="8" name="Snip Single Corner of Rectangle 7">
            <a:extLst>
              <a:ext uri="{FF2B5EF4-FFF2-40B4-BE49-F238E27FC236}">
                <a16:creationId xmlns:a16="http://schemas.microsoft.com/office/drawing/2014/main" id="{B1B62524-9D7A-04D1-4D52-204E3162CF8E}"/>
              </a:ext>
            </a:extLst>
          </p:cNvPr>
          <p:cNvSpPr/>
          <p:nvPr/>
        </p:nvSpPr>
        <p:spPr>
          <a:xfrm>
            <a:off x="2247013" y="3252120"/>
            <a:ext cx="1052624" cy="788580"/>
          </a:xfrm>
          <a:prstGeom prst="snip1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HU" sz="1200" dirty="0"/>
              <a:t>Idea</a:t>
            </a:r>
          </a:p>
        </p:txBody>
      </p:sp>
      <p:cxnSp>
        <p:nvCxnSpPr>
          <p:cNvPr id="10" name="Elbow Connector 9">
            <a:extLst>
              <a:ext uri="{FF2B5EF4-FFF2-40B4-BE49-F238E27FC236}">
                <a16:creationId xmlns:a16="http://schemas.microsoft.com/office/drawing/2014/main" id="{78DF7819-5A03-992E-81A7-68DE98B1929B}"/>
              </a:ext>
            </a:extLst>
          </p:cNvPr>
          <p:cNvCxnSpPr>
            <a:cxnSpLocks/>
            <a:stCxn id="5" idx="1"/>
            <a:endCxn id="7" idx="2"/>
          </p:cNvCxnSpPr>
          <p:nvPr/>
        </p:nvCxnSpPr>
        <p:spPr>
          <a:xfrm rot="10800000" flipV="1">
            <a:off x="606056" y="1839097"/>
            <a:ext cx="106325" cy="1764449"/>
          </a:xfrm>
          <a:prstGeom prst="bentConnector3">
            <a:avLst>
              <a:gd name="adj1" fmla="val 315001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Elbow Connector 11">
            <a:extLst>
              <a:ext uri="{FF2B5EF4-FFF2-40B4-BE49-F238E27FC236}">
                <a16:creationId xmlns:a16="http://schemas.microsoft.com/office/drawing/2014/main" id="{7030134B-2664-7E12-7351-762C07967DF0}"/>
              </a:ext>
            </a:extLst>
          </p:cNvPr>
          <p:cNvCxnSpPr>
            <a:cxnSpLocks/>
            <a:stCxn id="6" idx="3"/>
            <a:endCxn id="8" idx="3"/>
          </p:cNvCxnSpPr>
          <p:nvPr/>
        </p:nvCxnSpPr>
        <p:spPr>
          <a:xfrm flipH="1">
            <a:off x="2773325" y="1991498"/>
            <a:ext cx="1695894" cy="1260622"/>
          </a:xfrm>
          <a:prstGeom prst="bentConnector4">
            <a:avLst>
              <a:gd name="adj1" fmla="val -13480"/>
              <a:gd name="adj2" fmla="val 79309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Elbow Connector 14">
            <a:extLst>
              <a:ext uri="{FF2B5EF4-FFF2-40B4-BE49-F238E27FC236}">
                <a16:creationId xmlns:a16="http://schemas.microsoft.com/office/drawing/2014/main" id="{8CB2C3D8-49D8-EB1B-ADBE-13891977B61C}"/>
              </a:ext>
            </a:extLst>
          </p:cNvPr>
          <p:cNvCxnSpPr>
            <a:cxnSpLocks/>
            <a:stCxn id="8" idx="0"/>
            <a:endCxn id="4" idx="3"/>
          </p:cNvCxnSpPr>
          <p:nvPr/>
        </p:nvCxnSpPr>
        <p:spPr>
          <a:xfrm flipH="1" flipV="1">
            <a:off x="2599660" y="435599"/>
            <a:ext cx="699977" cy="3210811"/>
          </a:xfrm>
          <a:prstGeom prst="bentConnector4">
            <a:avLst>
              <a:gd name="adj1" fmla="val -217468"/>
              <a:gd name="adj2" fmla="val 10712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4" name="Group 23">
            <a:extLst>
              <a:ext uri="{FF2B5EF4-FFF2-40B4-BE49-F238E27FC236}">
                <a16:creationId xmlns:a16="http://schemas.microsoft.com/office/drawing/2014/main" id="{3A9CFCA6-3BA4-2349-249D-7ECCCDCEA5F8}"/>
              </a:ext>
            </a:extLst>
          </p:cNvPr>
          <p:cNvGrpSpPr/>
          <p:nvPr/>
        </p:nvGrpSpPr>
        <p:grpSpPr>
          <a:xfrm>
            <a:off x="1582479" y="4203846"/>
            <a:ext cx="3214135" cy="2450805"/>
            <a:chOff x="5186915" y="707064"/>
            <a:chExt cx="3214135" cy="2450805"/>
          </a:xfrm>
        </p:grpSpPr>
        <p:sp>
          <p:nvSpPr>
            <p:cNvPr id="19" name="Snip Single Corner of Rectangle 18">
              <a:extLst>
                <a:ext uri="{FF2B5EF4-FFF2-40B4-BE49-F238E27FC236}">
                  <a16:creationId xmlns:a16="http://schemas.microsoft.com/office/drawing/2014/main" id="{1F052AA4-4C27-F0BD-63FB-79038E5D1074}"/>
                </a:ext>
              </a:extLst>
            </p:cNvPr>
            <p:cNvSpPr/>
            <p:nvPr/>
          </p:nvSpPr>
          <p:spPr>
            <a:xfrm>
              <a:off x="5186915" y="707064"/>
              <a:ext cx="3214135" cy="2450805"/>
            </a:xfrm>
            <a:prstGeom prst="snip1Rect">
              <a:avLst/>
            </a:prstGeom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t"/>
            <a:lstStyle/>
            <a:p>
              <a:r>
                <a:rPr lang="en-HU" sz="1200" dirty="0"/>
                <a:t>Idea (Variable definition) – TAGS!</a:t>
              </a:r>
            </a:p>
          </p:txBody>
        </p:sp>
        <p:sp>
          <p:nvSpPr>
            <p:cNvPr id="20" name="Rounded Rectangle 19">
              <a:extLst>
                <a:ext uri="{FF2B5EF4-FFF2-40B4-BE49-F238E27FC236}">
                  <a16:creationId xmlns:a16="http://schemas.microsoft.com/office/drawing/2014/main" id="{D6365AAB-B2DA-5F87-70F5-4D1064C46A9B}"/>
                </a:ext>
              </a:extLst>
            </p:cNvPr>
            <p:cNvSpPr/>
            <p:nvPr/>
          </p:nvSpPr>
          <p:spPr>
            <a:xfrm>
              <a:off x="5534246" y="1314451"/>
              <a:ext cx="2653099" cy="269139"/>
            </a:xfrm>
            <a:prstGeom prst="roundRect">
              <a:avLst/>
            </a:prstGeom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t"/>
            <a:lstStyle/>
            <a:p>
              <a:r>
                <a:rPr lang="en-HU" sz="1200" dirty="0"/>
                <a:t>ValType: Int, Real, Ref, Bin</a:t>
              </a:r>
            </a:p>
          </p:txBody>
        </p:sp>
        <p:sp>
          <p:nvSpPr>
            <p:cNvPr id="21" name="Rounded Rectangle 20">
              <a:extLst>
                <a:ext uri="{FF2B5EF4-FFF2-40B4-BE49-F238E27FC236}">
                  <a16:creationId xmlns:a16="http://schemas.microsoft.com/office/drawing/2014/main" id="{BB8A2FEF-A801-B5B7-E533-BE04732B5CD6}"/>
                </a:ext>
              </a:extLst>
            </p:cNvPr>
            <p:cNvSpPr/>
            <p:nvPr/>
          </p:nvSpPr>
          <p:spPr>
            <a:xfrm>
              <a:off x="5534247" y="1751679"/>
              <a:ext cx="2653100" cy="269139"/>
            </a:xfrm>
            <a:prstGeom prst="roundRect">
              <a:avLst/>
            </a:prstGeom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t"/>
            <a:lstStyle/>
            <a:p>
              <a:r>
                <a:rPr lang="en-HU" sz="1200" dirty="0"/>
                <a:t>CollType: One / Coll / Map</a:t>
              </a:r>
            </a:p>
          </p:txBody>
        </p:sp>
        <p:sp>
          <p:nvSpPr>
            <p:cNvPr id="22" name="Rounded Rectangle 21">
              <a:extLst>
                <a:ext uri="{FF2B5EF4-FFF2-40B4-BE49-F238E27FC236}">
                  <a16:creationId xmlns:a16="http://schemas.microsoft.com/office/drawing/2014/main" id="{00D99228-C287-EC40-C5F4-9F3DE14EB837}"/>
                </a:ext>
              </a:extLst>
            </p:cNvPr>
            <p:cNvSpPr/>
            <p:nvPr/>
          </p:nvSpPr>
          <p:spPr>
            <a:xfrm>
              <a:off x="5534248" y="2188907"/>
              <a:ext cx="2653100" cy="318975"/>
            </a:xfrm>
            <a:prstGeom prst="roundRect">
              <a:avLst/>
            </a:prstGeom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t"/>
            <a:lstStyle/>
            <a:p>
              <a:r>
                <a:rPr lang="en-HU" sz="1200" dirty="0"/>
                <a:t>CollFlags: Ordered / Sorted; Single</a:t>
              </a:r>
            </a:p>
          </p:txBody>
        </p:sp>
        <p:sp>
          <p:nvSpPr>
            <p:cNvPr id="23" name="Rounded Rectangle 22">
              <a:extLst>
                <a:ext uri="{FF2B5EF4-FFF2-40B4-BE49-F238E27FC236}">
                  <a16:creationId xmlns:a16="http://schemas.microsoft.com/office/drawing/2014/main" id="{5E8CAB9B-712B-F2C9-865F-85EBD2D0D253}"/>
                </a:ext>
              </a:extLst>
            </p:cNvPr>
            <p:cNvSpPr/>
            <p:nvPr/>
          </p:nvSpPr>
          <p:spPr>
            <a:xfrm>
              <a:off x="5534247" y="2675970"/>
              <a:ext cx="2653098" cy="318975"/>
            </a:xfrm>
            <a:prstGeom prst="roundRect">
              <a:avLst/>
            </a:prstGeom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t"/>
            <a:lstStyle/>
            <a:p>
              <a:r>
                <a:rPr lang="en-HU" sz="1200" dirty="0"/>
                <a:t>Measurement unit class</a:t>
              </a:r>
            </a:p>
          </p:txBody>
        </p:sp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A6144698-33D4-AC16-A329-4CE4E8349354}"/>
              </a:ext>
            </a:extLst>
          </p:cNvPr>
          <p:cNvGrpSpPr/>
          <p:nvPr/>
        </p:nvGrpSpPr>
        <p:grpSpPr>
          <a:xfrm>
            <a:off x="5729288" y="4426467"/>
            <a:ext cx="6015037" cy="1963963"/>
            <a:chOff x="5729288" y="4040701"/>
            <a:chExt cx="6015037" cy="1963963"/>
          </a:xfrm>
        </p:grpSpPr>
        <p:sp>
          <p:nvSpPr>
            <p:cNvPr id="26" name="Cloud 25">
              <a:extLst>
                <a:ext uri="{FF2B5EF4-FFF2-40B4-BE49-F238E27FC236}">
                  <a16:creationId xmlns:a16="http://schemas.microsoft.com/office/drawing/2014/main" id="{D76836D8-7653-5D20-C288-A508E7D3148D}"/>
                </a:ext>
              </a:extLst>
            </p:cNvPr>
            <p:cNvSpPr/>
            <p:nvPr/>
          </p:nvSpPr>
          <p:spPr>
            <a:xfrm>
              <a:off x="5729288" y="4040701"/>
              <a:ext cx="6015037" cy="1963963"/>
            </a:xfrm>
            <a:prstGeom prst="cloud">
              <a:avLst/>
            </a:prstGeom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b" anchorCtr="1"/>
            <a:lstStyle/>
            <a:p>
              <a:pPr algn="ctr"/>
              <a:r>
                <a:rPr lang="en-HU" sz="1200" dirty="0"/>
                <a:t>Coherent Idea network</a:t>
              </a:r>
            </a:p>
          </p:txBody>
        </p:sp>
        <p:sp>
          <p:nvSpPr>
            <p:cNvPr id="25" name="Snip Single Corner of Rectangle 24">
              <a:extLst>
                <a:ext uri="{FF2B5EF4-FFF2-40B4-BE49-F238E27FC236}">
                  <a16:creationId xmlns:a16="http://schemas.microsoft.com/office/drawing/2014/main" id="{230ED06B-D31C-6E1F-98D7-FC8B6A7F12B0}"/>
                </a:ext>
              </a:extLst>
            </p:cNvPr>
            <p:cNvSpPr/>
            <p:nvPr/>
          </p:nvSpPr>
          <p:spPr>
            <a:xfrm>
              <a:off x="6746967" y="4517952"/>
              <a:ext cx="1299830" cy="586562"/>
            </a:xfrm>
            <a:prstGeom prst="snip1Rect">
              <a:avLst/>
            </a:prstGeom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t"/>
            <a:lstStyle/>
            <a:p>
              <a:r>
                <a:rPr lang="en-HU" sz="1200" dirty="0"/>
                <a:t>Idea (Unit)</a:t>
              </a:r>
            </a:p>
          </p:txBody>
        </p:sp>
        <p:sp>
          <p:nvSpPr>
            <p:cNvPr id="27" name="Snip Single Corner of Rectangle 26">
              <a:extLst>
                <a:ext uri="{FF2B5EF4-FFF2-40B4-BE49-F238E27FC236}">
                  <a16:creationId xmlns:a16="http://schemas.microsoft.com/office/drawing/2014/main" id="{F2191FE3-E351-1C9E-2DA1-702287334E48}"/>
                </a:ext>
              </a:extLst>
            </p:cNvPr>
            <p:cNvSpPr/>
            <p:nvPr/>
          </p:nvSpPr>
          <p:spPr>
            <a:xfrm>
              <a:off x="8502248" y="4517952"/>
              <a:ext cx="2096387" cy="586562"/>
            </a:xfrm>
            <a:prstGeom prst="snip1Rect">
              <a:avLst/>
            </a:prstGeom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t"/>
            <a:lstStyle/>
            <a:p>
              <a:r>
                <a:rPr lang="en-HU" sz="1200" dirty="0"/>
                <a:t>Idea (Token)</a:t>
              </a:r>
            </a:p>
            <a:p>
              <a:r>
                <a:rPr lang="en-HU" sz="1200" dirty="0"/>
                <a:t>Access: Public / Protected</a:t>
              </a:r>
            </a:p>
          </p:txBody>
        </p:sp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C51E328B-4C57-5213-A884-19F1DDF94230}"/>
              </a:ext>
            </a:extLst>
          </p:cNvPr>
          <p:cNvGrpSpPr/>
          <p:nvPr/>
        </p:nvGrpSpPr>
        <p:grpSpPr>
          <a:xfrm>
            <a:off x="6356497" y="1991497"/>
            <a:ext cx="5543386" cy="1963963"/>
            <a:chOff x="5729288" y="4040701"/>
            <a:chExt cx="6015037" cy="1963963"/>
          </a:xfrm>
        </p:grpSpPr>
        <p:sp>
          <p:nvSpPr>
            <p:cNvPr id="30" name="Cloud 29">
              <a:extLst>
                <a:ext uri="{FF2B5EF4-FFF2-40B4-BE49-F238E27FC236}">
                  <a16:creationId xmlns:a16="http://schemas.microsoft.com/office/drawing/2014/main" id="{6F2FE13C-86D3-6BD9-C05F-690146D5769D}"/>
                </a:ext>
              </a:extLst>
            </p:cNvPr>
            <p:cNvSpPr/>
            <p:nvPr/>
          </p:nvSpPr>
          <p:spPr>
            <a:xfrm>
              <a:off x="5729288" y="4040701"/>
              <a:ext cx="6015037" cy="1963963"/>
            </a:xfrm>
            <a:prstGeom prst="cloud">
              <a:avLst/>
            </a:prstGeom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b" anchorCtr="1"/>
            <a:lstStyle/>
            <a:p>
              <a:pPr algn="ctr"/>
              <a:r>
                <a:rPr lang="en-HU" sz="1200" dirty="0"/>
                <a:t>Vocabulary (of one language)</a:t>
              </a:r>
            </a:p>
          </p:txBody>
        </p:sp>
        <p:sp>
          <p:nvSpPr>
            <p:cNvPr id="31" name="Snip Single Corner of Rectangle 30">
              <a:extLst>
                <a:ext uri="{FF2B5EF4-FFF2-40B4-BE49-F238E27FC236}">
                  <a16:creationId xmlns:a16="http://schemas.microsoft.com/office/drawing/2014/main" id="{7FDADAC0-1E3F-E4AA-BA9B-DB704C4498D2}"/>
                </a:ext>
              </a:extLst>
            </p:cNvPr>
            <p:cNvSpPr/>
            <p:nvPr/>
          </p:nvSpPr>
          <p:spPr>
            <a:xfrm>
              <a:off x="6746967" y="4517952"/>
              <a:ext cx="1299830" cy="586562"/>
            </a:xfrm>
            <a:prstGeom prst="snip1Rect">
              <a:avLst/>
            </a:prstGeom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t"/>
            <a:lstStyle/>
            <a:p>
              <a:r>
                <a:rPr lang="en-HU" sz="1200" dirty="0"/>
                <a:t>Idea (Unit)</a:t>
              </a:r>
            </a:p>
            <a:p>
              <a:r>
                <a:rPr lang="en-HU" sz="1200" dirty="0"/>
                <a:t>Language tag</a:t>
              </a:r>
            </a:p>
          </p:txBody>
        </p:sp>
        <p:sp>
          <p:nvSpPr>
            <p:cNvPr id="32" name="Snip Single Corner of Rectangle 31">
              <a:extLst>
                <a:ext uri="{FF2B5EF4-FFF2-40B4-BE49-F238E27FC236}">
                  <a16:creationId xmlns:a16="http://schemas.microsoft.com/office/drawing/2014/main" id="{A6B8D4C8-4541-C4EA-14EF-24576370AD06}"/>
                </a:ext>
              </a:extLst>
            </p:cNvPr>
            <p:cNvSpPr/>
            <p:nvPr/>
          </p:nvSpPr>
          <p:spPr>
            <a:xfrm>
              <a:off x="8501322" y="4335205"/>
              <a:ext cx="2361258" cy="923256"/>
            </a:xfrm>
            <a:prstGeom prst="snip1Rect">
              <a:avLst/>
            </a:prstGeom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t"/>
            <a:lstStyle/>
            <a:p>
              <a:r>
                <a:rPr lang="en-HU" sz="1200" dirty="0"/>
                <a:t>Idea (Text)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en-HU" sz="1200" dirty="0"/>
                <a:t>Ref to token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en-HU" sz="1200" dirty="0"/>
                <a:t>TextType: Label, Desc, etc.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en-HU" sz="1200" dirty="0"/>
                <a:t>Bin string</a:t>
              </a:r>
            </a:p>
          </p:txBody>
        </p:sp>
      </p:grpSp>
      <p:sp>
        <p:nvSpPr>
          <p:cNvPr id="33" name="Rounded Rectangle 32">
            <a:extLst>
              <a:ext uri="{FF2B5EF4-FFF2-40B4-BE49-F238E27FC236}">
                <a16:creationId xmlns:a16="http://schemas.microsoft.com/office/drawing/2014/main" id="{4F38E3BC-9817-0532-9649-B747B32E2055}"/>
              </a:ext>
            </a:extLst>
          </p:cNvPr>
          <p:cNvSpPr/>
          <p:nvPr/>
        </p:nvSpPr>
        <p:spPr>
          <a:xfrm>
            <a:off x="9349566" y="435599"/>
            <a:ext cx="1977654" cy="1185862"/>
          </a:xfrm>
          <a:prstGeom prst="round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HU" sz="1200" dirty="0"/>
              <a:t>Stream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HU" sz="1200" dirty="0"/>
              <a:t>Ref to vocabulary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HU" sz="1200" dirty="0"/>
              <a:t>Ref to Serializer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HU" sz="1200" dirty="0"/>
              <a:t>Type Text / Binary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HU" sz="1200" dirty="0"/>
              <a:t>Bin stream</a:t>
            </a:r>
          </a:p>
          <a:p>
            <a:pPr algn="ctr"/>
            <a:endParaRPr lang="en-HU" sz="1200" dirty="0"/>
          </a:p>
        </p:txBody>
      </p:sp>
      <p:sp>
        <p:nvSpPr>
          <p:cNvPr id="34" name="Plaque 33">
            <a:extLst>
              <a:ext uri="{FF2B5EF4-FFF2-40B4-BE49-F238E27FC236}">
                <a16:creationId xmlns:a16="http://schemas.microsoft.com/office/drawing/2014/main" id="{66D22F46-0072-5A3E-2F8A-EE808B9F9D79}"/>
              </a:ext>
            </a:extLst>
          </p:cNvPr>
          <p:cNvSpPr/>
          <p:nvPr/>
        </p:nvSpPr>
        <p:spPr>
          <a:xfrm>
            <a:off x="5048688" y="467570"/>
            <a:ext cx="1970580" cy="1246930"/>
          </a:xfrm>
          <a:prstGeom prst="plaque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 anchorCtr="0"/>
          <a:lstStyle/>
          <a:p>
            <a:r>
              <a:rPr lang="en-HU" sz="1200" dirty="0"/>
              <a:t>Serializer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HU" sz="1200" dirty="0"/>
              <a:t>Ref Formatter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HU" sz="1200" dirty="0"/>
              <a:t>Ref vocabulary</a:t>
            </a:r>
          </a:p>
        </p:txBody>
      </p:sp>
      <p:sp>
        <p:nvSpPr>
          <p:cNvPr id="35" name="Plaque 34">
            <a:extLst>
              <a:ext uri="{FF2B5EF4-FFF2-40B4-BE49-F238E27FC236}">
                <a16:creationId xmlns:a16="http://schemas.microsoft.com/office/drawing/2014/main" id="{22DC0885-626E-EC22-1298-858B6D39E7B9}"/>
              </a:ext>
            </a:extLst>
          </p:cNvPr>
          <p:cNvSpPr/>
          <p:nvPr/>
        </p:nvSpPr>
        <p:spPr>
          <a:xfrm>
            <a:off x="7143314" y="445969"/>
            <a:ext cx="1778742" cy="1246930"/>
          </a:xfrm>
          <a:prstGeom prst="plaque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 anchorCtr="0"/>
          <a:lstStyle/>
          <a:p>
            <a:r>
              <a:rPr lang="en-HU" sz="1200" dirty="0"/>
              <a:t>Formatter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HU" sz="1200" dirty="0"/>
              <a:t>In / Out / Both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HU" sz="1200" dirty="0"/>
              <a:t>Encoding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HU" sz="1200" dirty="0"/>
              <a:t>Structure (CSV, JSON, XML, etc.)</a:t>
            </a:r>
          </a:p>
        </p:txBody>
      </p:sp>
    </p:spTree>
    <p:extLst>
      <p:ext uri="{BB962C8B-B14F-4D97-AF65-F5344CB8AC3E}">
        <p14:creationId xmlns:p14="http://schemas.microsoft.com/office/powerpoint/2010/main" val="362024195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12">
            <a:extLst>
              <a:ext uri="{FF2B5EF4-FFF2-40B4-BE49-F238E27FC236}">
                <a16:creationId xmlns:a16="http://schemas.microsoft.com/office/drawing/2014/main" id="{0068D7E6-6C7B-1A5B-FEF6-9D2181C00675}"/>
              </a:ext>
            </a:extLst>
          </p:cNvPr>
          <p:cNvSpPr/>
          <p:nvPr/>
        </p:nvSpPr>
        <p:spPr>
          <a:xfrm>
            <a:off x="970157" y="797312"/>
            <a:ext cx="1728439" cy="526337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HU" sz="1200" dirty="0"/>
              <a:t>MiND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0EA710D2-58A5-92CE-DBA3-D5147C8A6E1A}"/>
              </a:ext>
            </a:extLst>
          </p:cNvPr>
          <p:cNvSpPr/>
          <p:nvPr/>
        </p:nvSpPr>
        <p:spPr>
          <a:xfrm>
            <a:off x="4123083" y="797313"/>
            <a:ext cx="1728439" cy="526337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HU" sz="1200" dirty="0"/>
              <a:t>Dust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0546B79-CBA3-B7F0-00BB-F775C44D9E68}"/>
              </a:ext>
            </a:extLst>
          </p:cNvPr>
          <p:cNvSpPr/>
          <p:nvPr/>
        </p:nvSpPr>
        <p:spPr>
          <a:xfrm>
            <a:off x="6653561" y="797312"/>
            <a:ext cx="1728439" cy="526337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HU" sz="1200" dirty="0"/>
              <a:t>DustJava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5562221-BE26-C3ED-1D3D-F2D6FD2096C5}"/>
              </a:ext>
            </a:extLst>
          </p:cNvPr>
          <p:cNvSpPr/>
          <p:nvPr/>
        </p:nvSpPr>
        <p:spPr>
          <a:xfrm>
            <a:off x="9575180" y="797312"/>
            <a:ext cx="1728439" cy="526337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HU" sz="1200" dirty="0"/>
              <a:t>Test01</a:t>
            </a:r>
          </a:p>
          <a:p>
            <a:pPr algn="ctr"/>
            <a:r>
              <a:rPr lang="en-HU" sz="1200" dirty="0"/>
              <a:t>(monolithic)</a:t>
            </a: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EFD440DB-DD5E-AE43-D6D7-C155ABA60B61}"/>
              </a:ext>
            </a:extLst>
          </p:cNvPr>
          <p:cNvSpPr/>
          <p:nvPr/>
        </p:nvSpPr>
        <p:spPr>
          <a:xfrm>
            <a:off x="9665399" y="1361209"/>
            <a:ext cx="1548000" cy="288000"/>
          </a:xfrm>
          <a:prstGeom prst="ellipse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HU" sz="1200" dirty="0"/>
              <a:t>Machine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D1355493-DD87-AB24-BD68-FF020AE0804A}"/>
              </a:ext>
            </a:extLst>
          </p:cNvPr>
          <p:cNvSpPr/>
          <p:nvPr/>
        </p:nvSpPr>
        <p:spPr>
          <a:xfrm>
            <a:off x="4213302" y="2458629"/>
            <a:ext cx="1548000" cy="288000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HU" sz="1200" dirty="0"/>
              <a:t>{Modules}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6AC3AE67-C2AB-1D93-B5DA-71867E631A82}"/>
              </a:ext>
            </a:extLst>
          </p:cNvPr>
          <p:cNvSpPr/>
          <p:nvPr/>
        </p:nvSpPr>
        <p:spPr>
          <a:xfrm>
            <a:off x="4213302" y="3187559"/>
            <a:ext cx="1548000" cy="288000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HU" sz="1200" dirty="0"/>
              <a:t>{Logic-Binary}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6E2FEAB3-2ED6-8C26-7D95-F31DA25C039F}"/>
              </a:ext>
            </a:extLst>
          </p:cNvPr>
          <p:cNvSpPr/>
          <p:nvPr/>
        </p:nvSpPr>
        <p:spPr>
          <a:xfrm>
            <a:off x="6743780" y="1696379"/>
            <a:ext cx="1548000" cy="288000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HU" sz="1200" dirty="0"/>
              <a:t>{Logic-className}</a:t>
            </a: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66854B08-EE55-B15E-BC92-FB6CC16C4CEA}"/>
              </a:ext>
            </a:extLst>
          </p:cNvPr>
          <p:cNvSpPr/>
          <p:nvPr/>
        </p:nvSpPr>
        <p:spPr>
          <a:xfrm>
            <a:off x="4213302" y="2104147"/>
            <a:ext cx="1548000" cy="288000"/>
          </a:xfrm>
          <a:prstGeom prst="round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HU" sz="1200" dirty="0"/>
              <a:t>Machine</a:t>
            </a: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4CBF307B-135E-B46E-6818-384F58B34BA1}"/>
              </a:ext>
            </a:extLst>
          </p:cNvPr>
          <p:cNvSpPr/>
          <p:nvPr/>
        </p:nvSpPr>
        <p:spPr>
          <a:xfrm>
            <a:off x="4213302" y="3949300"/>
            <a:ext cx="1548000" cy="288000"/>
          </a:xfrm>
          <a:prstGeom prst="round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HU" sz="1200" dirty="0"/>
              <a:t>Module</a:t>
            </a: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D88CE76D-1614-5261-0478-39DB212141AC}"/>
              </a:ext>
            </a:extLst>
          </p:cNvPr>
          <p:cNvSpPr/>
          <p:nvPr/>
        </p:nvSpPr>
        <p:spPr>
          <a:xfrm>
            <a:off x="1060376" y="4101982"/>
            <a:ext cx="1548000" cy="288000"/>
          </a:xfrm>
          <a:prstGeom prst="round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HU" sz="1200" dirty="0"/>
              <a:t>Logic</a:t>
            </a: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183BE596-E20D-4A41-2E99-6329206ECB4F}"/>
              </a:ext>
            </a:extLst>
          </p:cNvPr>
          <p:cNvSpPr/>
          <p:nvPr/>
        </p:nvSpPr>
        <p:spPr>
          <a:xfrm>
            <a:off x="1060376" y="4636164"/>
            <a:ext cx="1548000" cy="288000"/>
          </a:xfrm>
          <a:prstGeom prst="round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HU" sz="1200" dirty="0"/>
              <a:t>Agent</a:t>
            </a:r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6E532308-BF0E-12C0-A8D1-CC2DD1358CCA}"/>
              </a:ext>
            </a:extLst>
          </p:cNvPr>
          <p:cNvSpPr/>
          <p:nvPr/>
        </p:nvSpPr>
        <p:spPr>
          <a:xfrm>
            <a:off x="1060376" y="4983105"/>
            <a:ext cx="1548000" cy="288000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HU" sz="1200" dirty="0"/>
              <a:t>AgentLogic</a:t>
            </a:r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6830E3AF-04F7-55E4-1B10-E7EADEBA4A87}"/>
              </a:ext>
            </a:extLst>
          </p:cNvPr>
          <p:cNvSpPr/>
          <p:nvPr/>
        </p:nvSpPr>
        <p:spPr>
          <a:xfrm>
            <a:off x="1060376" y="2750828"/>
            <a:ext cx="1548000" cy="288000"/>
          </a:xfrm>
          <a:prstGeom prst="round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HU" sz="1200" dirty="0"/>
              <a:t>Dialog</a:t>
            </a:r>
          </a:p>
        </p:txBody>
      </p:sp>
      <p:sp>
        <p:nvSpPr>
          <p:cNvPr id="17" name="Rounded Rectangle 16">
            <a:extLst>
              <a:ext uri="{FF2B5EF4-FFF2-40B4-BE49-F238E27FC236}">
                <a16:creationId xmlns:a16="http://schemas.microsoft.com/office/drawing/2014/main" id="{7E9E5B0C-4832-8B09-6BA1-DB89CC627981}"/>
              </a:ext>
            </a:extLst>
          </p:cNvPr>
          <p:cNvSpPr/>
          <p:nvPr/>
        </p:nvSpPr>
        <p:spPr>
          <a:xfrm>
            <a:off x="1060376" y="3105808"/>
            <a:ext cx="1548000" cy="288000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HU" sz="1200" dirty="0"/>
              <a:t>{Ideas}</a:t>
            </a:r>
          </a:p>
        </p:txBody>
      </p:sp>
      <p:sp>
        <p:nvSpPr>
          <p:cNvPr id="18" name="Rounded Rectangle 17">
            <a:extLst>
              <a:ext uri="{FF2B5EF4-FFF2-40B4-BE49-F238E27FC236}">
                <a16:creationId xmlns:a16="http://schemas.microsoft.com/office/drawing/2014/main" id="{0534BD06-9F3B-82ED-2584-95F7109E9C18}"/>
              </a:ext>
            </a:extLst>
          </p:cNvPr>
          <p:cNvSpPr/>
          <p:nvPr/>
        </p:nvSpPr>
        <p:spPr>
          <a:xfrm>
            <a:off x="1060376" y="1153684"/>
            <a:ext cx="1548000" cy="288000"/>
          </a:xfrm>
          <a:prstGeom prst="round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HU" sz="1200" dirty="0"/>
              <a:t>Idea</a:t>
            </a:r>
          </a:p>
        </p:txBody>
      </p:sp>
      <p:sp>
        <p:nvSpPr>
          <p:cNvPr id="19" name="Rounded Rectangle 18">
            <a:extLst>
              <a:ext uri="{FF2B5EF4-FFF2-40B4-BE49-F238E27FC236}">
                <a16:creationId xmlns:a16="http://schemas.microsoft.com/office/drawing/2014/main" id="{ADA3159F-7E6D-DD17-1306-2CDA1214997E}"/>
              </a:ext>
            </a:extLst>
          </p:cNvPr>
          <p:cNvSpPr/>
          <p:nvPr/>
        </p:nvSpPr>
        <p:spPr>
          <a:xfrm>
            <a:off x="1060376" y="1508664"/>
            <a:ext cx="1548000" cy="288000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HU" sz="1200" dirty="0"/>
              <a:t>Listeners</a:t>
            </a:r>
          </a:p>
        </p:txBody>
      </p:sp>
      <p:sp>
        <p:nvSpPr>
          <p:cNvPr id="20" name="Rounded Rectangle 19">
            <a:extLst>
              <a:ext uri="{FF2B5EF4-FFF2-40B4-BE49-F238E27FC236}">
                <a16:creationId xmlns:a16="http://schemas.microsoft.com/office/drawing/2014/main" id="{AAE355CB-E25F-329F-F2F2-DE85A621481D}"/>
              </a:ext>
            </a:extLst>
          </p:cNvPr>
          <p:cNvSpPr/>
          <p:nvPr/>
        </p:nvSpPr>
        <p:spPr>
          <a:xfrm>
            <a:off x="1060376" y="3492888"/>
            <a:ext cx="1548000" cy="288000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HU" sz="1200" dirty="0"/>
              <a:t>[InitIdeas]</a:t>
            </a:r>
          </a:p>
        </p:txBody>
      </p:sp>
      <p:sp>
        <p:nvSpPr>
          <p:cNvPr id="21" name="Rounded Rectangle 20">
            <a:extLst>
              <a:ext uri="{FF2B5EF4-FFF2-40B4-BE49-F238E27FC236}">
                <a16:creationId xmlns:a16="http://schemas.microsoft.com/office/drawing/2014/main" id="{FB4E5403-B1CA-7F99-7CF3-95577589211D}"/>
              </a:ext>
            </a:extLst>
          </p:cNvPr>
          <p:cNvSpPr/>
          <p:nvPr/>
        </p:nvSpPr>
        <p:spPr>
          <a:xfrm>
            <a:off x="1060376" y="1880221"/>
            <a:ext cx="1548000" cy="288000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HU" sz="1200" dirty="0"/>
              <a:t>Logic</a:t>
            </a:r>
          </a:p>
        </p:txBody>
      </p:sp>
      <p:sp>
        <p:nvSpPr>
          <p:cNvPr id="22" name="Rounded Rectangle 21">
            <a:extLst>
              <a:ext uri="{FF2B5EF4-FFF2-40B4-BE49-F238E27FC236}">
                <a16:creationId xmlns:a16="http://schemas.microsoft.com/office/drawing/2014/main" id="{0B734CF9-43BA-1CE2-F6D8-40477CE4D3ED}"/>
              </a:ext>
            </a:extLst>
          </p:cNvPr>
          <p:cNvSpPr/>
          <p:nvPr/>
        </p:nvSpPr>
        <p:spPr>
          <a:xfrm>
            <a:off x="6743780" y="1312012"/>
            <a:ext cx="1548000" cy="288000"/>
          </a:xfrm>
          <a:prstGeom prst="roundRect">
            <a:avLst/>
          </a:prstGeom>
          <a:pattFill prst="lgCheck">
            <a:fgClr>
              <a:schemeClr val="accent5"/>
            </a:fgClr>
            <a:bgClr>
              <a:schemeClr val="accent1"/>
            </a:bgClr>
          </a:pattFill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HU" sz="1200" dirty="0"/>
              <a:t>Module</a:t>
            </a:r>
          </a:p>
        </p:txBody>
      </p:sp>
      <p:sp>
        <p:nvSpPr>
          <p:cNvPr id="23" name="Rounded Rectangle 22">
            <a:extLst>
              <a:ext uri="{FF2B5EF4-FFF2-40B4-BE49-F238E27FC236}">
                <a16:creationId xmlns:a16="http://schemas.microsoft.com/office/drawing/2014/main" id="{B1819576-7CA3-E9A1-C0AC-B5F83A035F67}"/>
              </a:ext>
            </a:extLst>
          </p:cNvPr>
          <p:cNvSpPr/>
          <p:nvPr/>
        </p:nvSpPr>
        <p:spPr>
          <a:xfrm>
            <a:off x="4213302" y="4493810"/>
            <a:ext cx="1548000" cy="288000"/>
          </a:xfrm>
          <a:prstGeom prst="round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HU" sz="1200" dirty="0"/>
              <a:t>UnitLoader</a:t>
            </a:r>
          </a:p>
        </p:txBody>
      </p:sp>
      <p:sp>
        <p:nvSpPr>
          <p:cNvPr id="24" name="Rounded Rectangle 23">
            <a:extLst>
              <a:ext uri="{FF2B5EF4-FFF2-40B4-BE49-F238E27FC236}">
                <a16:creationId xmlns:a16="http://schemas.microsoft.com/office/drawing/2014/main" id="{3B7920F8-7F27-9A8A-F501-12F7D5383886}"/>
              </a:ext>
            </a:extLst>
          </p:cNvPr>
          <p:cNvSpPr/>
          <p:nvPr/>
        </p:nvSpPr>
        <p:spPr>
          <a:xfrm>
            <a:off x="6743780" y="2114712"/>
            <a:ext cx="1548000" cy="288000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HU" sz="1200" dirty="0"/>
              <a:t>Classloader</a:t>
            </a:r>
          </a:p>
        </p:txBody>
      </p:sp>
      <p:sp>
        <p:nvSpPr>
          <p:cNvPr id="25" name="Oval 24">
            <a:extLst>
              <a:ext uri="{FF2B5EF4-FFF2-40B4-BE49-F238E27FC236}">
                <a16:creationId xmlns:a16="http://schemas.microsoft.com/office/drawing/2014/main" id="{C6A989A5-327E-40F4-291D-775A60E6855D}"/>
              </a:ext>
            </a:extLst>
          </p:cNvPr>
          <p:cNvSpPr/>
          <p:nvPr/>
        </p:nvSpPr>
        <p:spPr>
          <a:xfrm>
            <a:off x="9665399" y="2268611"/>
            <a:ext cx="1638220" cy="288001"/>
          </a:xfrm>
          <a:prstGeom prst="ellipse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HU" sz="1200" dirty="0"/>
              <a:t>BinaryCreator</a:t>
            </a:r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F797176A-9048-AC2E-2A4B-2964CAD2CCBD}"/>
              </a:ext>
            </a:extLst>
          </p:cNvPr>
          <p:cNvSpPr/>
          <p:nvPr/>
        </p:nvSpPr>
        <p:spPr>
          <a:xfrm>
            <a:off x="9673843" y="1770532"/>
            <a:ext cx="1548000" cy="288000"/>
          </a:xfrm>
          <a:prstGeom prst="ellipse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HU" sz="1200" dirty="0"/>
              <a:t>TestModule</a:t>
            </a:r>
          </a:p>
        </p:txBody>
      </p:sp>
      <p:sp>
        <p:nvSpPr>
          <p:cNvPr id="27" name="Rounded Rectangle 26">
            <a:extLst>
              <a:ext uri="{FF2B5EF4-FFF2-40B4-BE49-F238E27FC236}">
                <a16:creationId xmlns:a16="http://schemas.microsoft.com/office/drawing/2014/main" id="{96ADEB0D-68C3-E811-EFA1-ECC0387A6B77}"/>
              </a:ext>
            </a:extLst>
          </p:cNvPr>
          <p:cNvSpPr/>
          <p:nvPr/>
        </p:nvSpPr>
        <p:spPr>
          <a:xfrm>
            <a:off x="4213302" y="2823094"/>
            <a:ext cx="1548000" cy="288000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HU" sz="1200" dirty="0"/>
              <a:t>UnitLoader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46DE2CBF-8FED-A218-5377-D7050DD8A491}"/>
              </a:ext>
            </a:extLst>
          </p:cNvPr>
          <p:cNvSpPr/>
          <p:nvPr/>
        </p:nvSpPr>
        <p:spPr>
          <a:xfrm>
            <a:off x="6743780" y="2698431"/>
            <a:ext cx="1548000" cy="288000"/>
          </a:xfrm>
          <a:prstGeom prst="round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HU" sz="1200" dirty="0"/>
              <a:t>BinaryCreator</a:t>
            </a:r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8538175A-5C2D-95DC-4E6A-3F7EDE8C0C8C}"/>
              </a:ext>
            </a:extLst>
          </p:cNvPr>
          <p:cNvSpPr/>
          <p:nvPr/>
        </p:nvSpPr>
        <p:spPr>
          <a:xfrm>
            <a:off x="9628733" y="2725398"/>
            <a:ext cx="1638220" cy="288001"/>
          </a:xfrm>
          <a:prstGeom prst="ellipse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HU" sz="1200" dirty="0"/>
              <a:t>UnitLoader</a:t>
            </a:r>
          </a:p>
        </p:txBody>
      </p:sp>
    </p:spTree>
    <p:extLst>
      <p:ext uri="{BB962C8B-B14F-4D97-AF65-F5344CB8AC3E}">
        <p14:creationId xmlns:p14="http://schemas.microsoft.com/office/powerpoint/2010/main" val="114307619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1782</TotalTime>
  <Words>173</Words>
  <Application>Microsoft Macintosh PowerPoint</Application>
  <PresentationFormat>Widescreen</PresentationFormat>
  <Paragraphs>63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Aptos</vt:lpstr>
      <vt:lpstr>Aptos Display</vt:lpstr>
      <vt:lpstr>Arial</vt:lpstr>
      <vt:lpstr>Office Theme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Lorand Kedves</dc:creator>
  <cp:lastModifiedBy>Lorand Kedves</cp:lastModifiedBy>
  <cp:revision>7</cp:revision>
  <dcterms:created xsi:type="dcterms:W3CDTF">2025-08-12T07:43:02Z</dcterms:created>
  <dcterms:modified xsi:type="dcterms:W3CDTF">2025-08-27T14:04:35Z</dcterms:modified>
</cp:coreProperties>
</file>