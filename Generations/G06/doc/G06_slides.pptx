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133"/>
    <p:restoredTop sz="94694"/>
  </p:normalViewPr>
  <p:slideViewPr>
    <p:cSldViewPr snapToGrid="0">
      <p:cViewPr varScale="1">
        <p:scale>
          <a:sx n="111" d="100"/>
          <a:sy n="111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4F290-F867-BED0-32DB-875F156E5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025CC-5C41-AD1D-9CF2-452DED795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BFC7F-5E2A-9328-EF55-7108A1FE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CD18C-F090-4F7C-A56E-2E0141D7F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E11C8C-25D0-E8D0-DF67-3BD8E1B59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528909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3F194-7E04-D359-8D7A-730FB3236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89F24-B090-54A2-A88C-53D10357F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F55EF0-6E90-9688-A926-1250F81F4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468A0-4724-FEC4-ADE3-94E5C46B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EBEB-D33C-A11A-DFFF-C9D20A254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971149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826C7-6367-6101-04B4-ECFF75E18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F9C83-8292-72D6-0CDC-5ECC6F8855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FFF75C-201C-7EFB-690C-72F3B40F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37348-50A8-52CC-0933-85B1EB33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A9407-D061-338A-266E-82427928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52488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07FE-B1B3-F6D7-1401-514C1171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9DDF0E-5746-FACA-513C-EAF36FD998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4E197-5751-F1D0-C805-07F4BDA683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575146-BE60-3B86-CB0E-082D8E03D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941F3-06A6-6B61-2EC7-A65D382A2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848CD-C98B-634B-58AE-95F2228C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755773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C1496-642D-5D58-F3CD-F963C3B35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B0DA6-10DD-8225-420E-5235C81C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7995F-8989-5276-0A94-FBACDAFE8F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99D6CC-0EB4-7300-5264-18D42D590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6D2F4-A768-051F-C184-3AB5724C74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681D1-FA09-CCAE-D180-B5E014F2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93923E-E21E-BF23-38E3-475B7C8A8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CDC9B-6868-5181-277B-DDE90E855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588987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0025D-F8E5-585A-A425-10CE51977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EBF554-589B-1DBF-D97B-72E34B4C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03503F-EC07-D155-5ACD-39FAC4953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EE161-BA95-AC16-A806-1E5B6FBFF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30410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9F233D-A0F1-3A52-5932-518460A8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063350-6F81-E4F6-D569-C948C34B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C84A7-3D17-CBF4-82AB-A292782C0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158416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247B6-0367-40C7-8D2F-CFD01178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3044C-D6A5-D7A8-F1E4-289EAD25C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741456-F207-E05A-1DF7-6FAF511895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A84A87-8732-187C-13EA-CF543791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207B2E-D365-B157-02F0-8BC9DE98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0EF8E-3E5D-DCE2-1F1A-85F8FFA33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8188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1C174-BE41-BDB6-27CB-4ECDD8F3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2CC51-1411-63C9-4C39-74BB29EDF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35E69-40BB-004A-682A-9205C8D9BC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81E37-D784-E8BD-E214-FD9FD8645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03D57-CF2B-B82F-4406-12A6D91DB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06884-5E93-F0BE-B33C-A6C35995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270601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3ECE-6866-3256-7621-4AB5E829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F3B00-10CD-E4C8-031D-902AB5C5A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E0E72-FF5D-F6DD-1927-9C3A8485E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4CF21-9767-A97B-EC9C-C994F61F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1E957-BD8D-3BF5-C0FB-EF01F5BA9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883733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7E6522-8311-4564-F93E-91223B5777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43EF9-2448-3800-5D4A-A5F6692BD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FE586-610F-3FF4-14BC-29EAC513D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CC74B-0201-2A12-7682-CAA51400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66D9A-C30C-6F9A-F3EC-2F314DE9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81494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CD0294-ED42-6B22-B381-6B39EC34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33EC4-39F1-0D7B-7EE2-DE1D2FC1F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93A6-34AB-D3A6-FFE8-F71BC57E06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1C9F1-F29D-274D-A784-FAA5CFF8E267}" type="datetimeFigureOut">
              <a:rPr lang="en-HU" smtClean="0"/>
              <a:t>2025. 09. 22.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04B9B-F7D6-F9BF-00C1-03782FD060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77860-ACF9-6978-1B7D-41F56BF66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D29E1-73BA-1A44-B3BA-C2AF39FA9157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64519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D564F8A5-097C-934E-EF52-1C80992D93F8}"/>
              </a:ext>
            </a:extLst>
          </p:cNvPr>
          <p:cNvSpPr/>
          <p:nvPr/>
        </p:nvSpPr>
        <p:spPr>
          <a:xfrm>
            <a:off x="606055" y="435599"/>
            <a:ext cx="3987210" cy="2450805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Idea (any)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CDBFFC-146D-3703-E376-FB6E57C2BC06}"/>
              </a:ext>
            </a:extLst>
          </p:cNvPr>
          <p:cNvSpPr/>
          <p:nvPr/>
        </p:nvSpPr>
        <p:spPr>
          <a:xfrm>
            <a:off x="864780" y="1252535"/>
            <a:ext cx="3604439" cy="14779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HU" sz="1200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DE75A0-E820-191F-3A58-ABE2EFBCBB5B}"/>
              </a:ext>
            </a:extLst>
          </p:cNvPr>
          <p:cNvSpPr/>
          <p:nvPr/>
        </p:nvSpPr>
        <p:spPr>
          <a:xfrm>
            <a:off x="712380" y="1100135"/>
            <a:ext cx="3604439" cy="14779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U" sz="1200" dirty="0"/>
              <a:t>Definition (Idea)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U" sz="1200" dirty="0"/>
              <a:t>Value (single or collection)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U" sz="1200" dirty="0"/>
              <a:t>Measurement 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U" sz="1200" dirty="0"/>
          </a:p>
        </p:txBody>
      </p:sp>
      <p:sp>
        <p:nvSpPr>
          <p:cNvPr id="7" name="Snip Single Corner of Rectangle 6">
            <a:extLst>
              <a:ext uri="{FF2B5EF4-FFF2-40B4-BE49-F238E27FC236}">
                <a16:creationId xmlns:a16="http://schemas.microsoft.com/office/drawing/2014/main" id="{C2AF37CD-1C32-2807-3A13-A9C0F21DF020}"/>
              </a:ext>
            </a:extLst>
          </p:cNvPr>
          <p:cNvSpPr/>
          <p:nvPr/>
        </p:nvSpPr>
        <p:spPr>
          <a:xfrm>
            <a:off x="606055" y="3209257"/>
            <a:ext cx="1052624" cy="788580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Idea</a:t>
            </a:r>
          </a:p>
        </p:txBody>
      </p:sp>
      <p:sp>
        <p:nvSpPr>
          <p:cNvPr id="8" name="Snip Single Corner of Rectangle 7">
            <a:extLst>
              <a:ext uri="{FF2B5EF4-FFF2-40B4-BE49-F238E27FC236}">
                <a16:creationId xmlns:a16="http://schemas.microsoft.com/office/drawing/2014/main" id="{B1B62524-9D7A-04D1-4D52-204E3162CF8E}"/>
              </a:ext>
            </a:extLst>
          </p:cNvPr>
          <p:cNvSpPr/>
          <p:nvPr/>
        </p:nvSpPr>
        <p:spPr>
          <a:xfrm>
            <a:off x="2247013" y="3252120"/>
            <a:ext cx="1052624" cy="788580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Idea</a:t>
            </a:r>
          </a:p>
        </p:txBody>
      </p: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78DF7819-5A03-992E-81A7-68DE98B1929B}"/>
              </a:ext>
            </a:extLst>
          </p:cNvPr>
          <p:cNvCxnSpPr>
            <a:cxnSpLocks/>
            <a:stCxn id="5" idx="1"/>
            <a:endCxn id="7" idx="2"/>
          </p:cNvCxnSpPr>
          <p:nvPr/>
        </p:nvCxnSpPr>
        <p:spPr>
          <a:xfrm rot="10800000" flipV="1">
            <a:off x="606056" y="1839097"/>
            <a:ext cx="106325" cy="1764449"/>
          </a:xfrm>
          <a:prstGeom prst="bentConnector3">
            <a:avLst>
              <a:gd name="adj1" fmla="val 31500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7030134B-2664-7E12-7351-762C07967DF0}"/>
              </a:ext>
            </a:extLst>
          </p:cNvPr>
          <p:cNvCxnSpPr>
            <a:cxnSpLocks/>
            <a:stCxn id="6" idx="3"/>
            <a:endCxn id="8" idx="3"/>
          </p:cNvCxnSpPr>
          <p:nvPr/>
        </p:nvCxnSpPr>
        <p:spPr>
          <a:xfrm flipH="1">
            <a:off x="2773325" y="1991498"/>
            <a:ext cx="1695894" cy="1260622"/>
          </a:xfrm>
          <a:prstGeom prst="bentConnector4">
            <a:avLst>
              <a:gd name="adj1" fmla="val -13480"/>
              <a:gd name="adj2" fmla="val 793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8CB2C3D8-49D8-EB1B-ADBE-13891977B61C}"/>
              </a:ext>
            </a:extLst>
          </p:cNvPr>
          <p:cNvCxnSpPr>
            <a:cxnSpLocks/>
            <a:stCxn id="8" idx="0"/>
            <a:endCxn id="4" idx="3"/>
          </p:cNvCxnSpPr>
          <p:nvPr/>
        </p:nvCxnSpPr>
        <p:spPr>
          <a:xfrm flipH="1" flipV="1">
            <a:off x="2599660" y="435599"/>
            <a:ext cx="699977" cy="3210811"/>
          </a:xfrm>
          <a:prstGeom prst="bentConnector4">
            <a:avLst>
              <a:gd name="adj1" fmla="val -217468"/>
              <a:gd name="adj2" fmla="val 10712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A9CFCA6-3BA4-2349-249D-7ECCCDCEA5F8}"/>
              </a:ext>
            </a:extLst>
          </p:cNvPr>
          <p:cNvGrpSpPr/>
          <p:nvPr/>
        </p:nvGrpSpPr>
        <p:grpSpPr>
          <a:xfrm>
            <a:off x="1582479" y="4203846"/>
            <a:ext cx="3214135" cy="2450805"/>
            <a:chOff x="5186915" y="707064"/>
            <a:chExt cx="3214135" cy="2450805"/>
          </a:xfrm>
        </p:grpSpPr>
        <p:sp>
          <p:nvSpPr>
            <p:cNvPr id="19" name="Snip Single Corner of Rectangle 18">
              <a:extLst>
                <a:ext uri="{FF2B5EF4-FFF2-40B4-BE49-F238E27FC236}">
                  <a16:creationId xmlns:a16="http://schemas.microsoft.com/office/drawing/2014/main" id="{1F052AA4-4C27-F0BD-63FB-79038E5D1074}"/>
                </a:ext>
              </a:extLst>
            </p:cNvPr>
            <p:cNvSpPr/>
            <p:nvPr/>
          </p:nvSpPr>
          <p:spPr>
            <a:xfrm>
              <a:off x="5186915" y="707064"/>
              <a:ext cx="3214135" cy="2450805"/>
            </a:xfrm>
            <a:prstGeom prst="snip1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Idea (Variable definition) – TAGS!</a:t>
              </a:r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D6365AAB-B2DA-5F87-70F5-4D1064C46A9B}"/>
                </a:ext>
              </a:extLst>
            </p:cNvPr>
            <p:cNvSpPr/>
            <p:nvPr/>
          </p:nvSpPr>
          <p:spPr>
            <a:xfrm>
              <a:off x="5534246" y="1314451"/>
              <a:ext cx="2653099" cy="2691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ValType: Int, Real, Ref, Bin</a:t>
              </a:r>
            </a:p>
          </p:txBody>
        </p:sp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BB8A2FEF-A801-B5B7-E533-BE04732B5CD6}"/>
                </a:ext>
              </a:extLst>
            </p:cNvPr>
            <p:cNvSpPr/>
            <p:nvPr/>
          </p:nvSpPr>
          <p:spPr>
            <a:xfrm>
              <a:off x="5534247" y="1751679"/>
              <a:ext cx="2653100" cy="269139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CollType: One / Coll / Map</a:t>
              </a:r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0D99228-C287-EC40-C5F4-9F3DE14EB837}"/>
                </a:ext>
              </a:extLst>
            </p:cNvPr>
            <p:cNvSpPr/>
            <p:nvPr/>
          </p:nvSpPr>
          <p:spPr>
            <a:xfrm>
              <a:off x="5534248" y="2188907"/>
              <a:ext cx="2653100" cy="31897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CollFlags: Ordered / Sorted; Single</a:t>
              </a:r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5E8CAB9B-712B-F2C9-865F-85EBD2D0D253}"/>
                </a:ext>
              </a:extLst>
            </p:cNvPr>
            <p:cNvSpPr/>
            <p:nvPr/>
          </p:nvSpPr>
          <p:spPr>
            <a:xfrm>
              <a:off x="5534247" y="2675970"/>
              <a:ext cx="2653098" cy="318975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Measurement unit class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6144698-33D4-AC16-A329-4CE4E8349354}"/>
              </a:ext>
            </a:extLst>
          </p:cNvPr>
          <p:cNvGrpSpPr/>
          <p:nvPr/>
        </p:nvGrpSpPr>
        <p:grpSpPr>
          <a:xfrm>
            <a:off x="5729288" y="4426467"/>
            <a:ext cx="6015037" cy="1963963"/>
            <a:chOff x="5729288" y="4040701"/>
            <a:chExt cx="6015037" cy="1963963"/>
          </a:xfrm>
        </p:grpSpPr>
        <p:sp>
          <p:nvSpPr>
            <p:cNvPr id="26" name="Cloud 25">
              <a:extLst>
                <a:ext uri="{FF2B5EF4-FFF2-40B4-BE49-F238E27FC236}">
                  <a16:creationId xmlns:a16="http://schemas.microsoft.com/office/drawing/2014/main" id="{D76836D8-7653-5D20-C288-A508E7D3148D}"/>
                </a:ext>
              </a:extLst>
            </p:cNvPr>
            <p:cNvSpPr/>
            <p:nvPr/>
          </p:nvSpPr>
          <p:spPr>
            <a:xfrm>
              <a:off x="5729288" y="4040701"/>
              <a:ext cx="6015037" cy="1963963"/>
            </a:xfrm>
            <a:prstGeom prst="clou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en-HU" sz="1200" dirty="0"/>
                <a:t>Coherent Idea network</a:t>
              </a:r>
            </a:p>
          </p:txBody>
        </p:sp>
        <p:sp>
          <p:nvSpPr>
            <p:cNvPr id="25" name="Snip Single Corner of Rectangle 24">
              <a:extLst>
                <a:ext uri="{FF2B5EF4-FFF2-40B4-BE49-F238E27FC236}">
                  <a16:creationId xmlns:a16="http://schemas.microsoft.com/office/drawing/2014/main" id="{230ED06B-D31C-6E1F-98D7-FC8B6A7F12B0}"/>
                </a:ext>
              </a:extLst>
            </p:cNvPr>
            <p:cNvSpPr/>
            <p:nvPr/>
          </p:nvSpPr>
          <p:spPr>
            <a:xfrm>
              <a:off x="6746967" y="4517952"/>
              <a:ext cx="1299830" cy="586562"/>
            </a:xfrm>
            <a:prstGeom prst="snip1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Idea (Unit)</a:t>
              </a:r>
            </a:p>
          </p:txBody>
        </p:sp>
        <p:sp>
          <p:nvSpPr>
            <p:cNvPr id="27" name="Snip Single Corner of Rectangle 26">
              <a:extLst>
                <a:ext uri="{FF2B5EF4-FFF2-40B4-BE49-F238E27FC236}">
                  <a16:creationId xmlns:a16="http://schemas.microsoft.com/office/drawing/2014/main" id="{F2191FE3-E351-1C9E-2DA1-702287334E48}"/>
                </a:ext>
              </a:extLst>
            </p:cNvPr>
            <p:cNvSpPr/>
            <p:nvPr/>
          </p:nvSpPr>
          <p:spPr>
            <a:xfrm>
              <a:off x="8502248" y="4517952"/>
              <a:ext cx="2096387" cy="586562"/>
            </a:xfrm>
            <a:prstGeom prst="snip1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Idea (Token)</a:t>
              </a:r>
            </a:p>
            <a:p>
              <a:r>
                <a:rPr lang="en-HU" sz="1200" dirty="0"/>
                <a:t>Access: Public / Protected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51E328B-4C57-5213-A884-19F1DDF94230}"/>
              </a:ext>
            </a:extLst>
          </p:cNvPr>
          <p:cNvGrpSpPr/>
          <p:nvPr/>
        </p:nvGrpSpPr>
        <p:grpSpPr>
          <a:xfrm>
            <a:off x="6356497" y="1991497"/>
            <a:ext cx="5543386" cy="1963963"/>
            <a:chOff x="5729288" y="4040701"/>
            <a:chExt cx="6015037" cy="1963963"/>
          </a:xfrm>
        </p:grpSpPr>
        <p:sp>
          <p:nvSpPr>
            <p:cNvPr id="30" name="Cloud 29">
              <a:extLst>
                <a:ext uri="{FF2B5EF4-FFF2-40B4-BE49-F238E27FC236}">
                  <a16:creationId xmlns:a16="http://schemas.microsoft.com/office/drawing/2014/main" id="{6F2FE13C-86D3-6BD9-C05F-690146D5769D}"/>
                </a:ext>
              </a:extLst>
            </p:cNvPr>
            <p:cNvSpPr/>
            <p:nvPr/>
          </p:nvSpPr>
          <p:spPr>
            <a:xfrm>
              <a:off x="5729288" y="4040701"/>
              <a:ext cx="6015037" cy="1963963"/>
            </a:xfrm>
            <a:prstGeom prst="cloud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b" anchorCtr="1"/>
            <a:lstStyle/>
            <a:p>
              <a:pPr algn="ctr"/>
              <a:r>
                <a:rPr lang="en-HU" sz="1200" dirty="0"/>
                <a:t>Vocabulary (of one language)</a:t>
              </a:r>
            </a:p>
          </p:txBody>
        </p:sp>
        <p:sp>
          <p:nvSpPr>
            <p:cNvPr id="31" name="Snip Single Corner of Rectangle 30">
              <a:extLst>
                <a:ext uri="{FF2B5EF4-FFF2-40B4-BE49-F238E27FC236}">
                  <a16:creationId xmlns:a16="http://schemas.microsoft.com/office/drawing/2014/main" id="{7FDADAC0-1E3F-E4AA-BA9B-DB704C4498D2}"/>
                </a:ext>
              </a:extLst>
            </p:cNvPr>
            <p:cNvSpPr/>
            <p:nvPr/>
          </p:nvSpPr>
          <p:spPr>
            <a:xfrm>
              <a:off x="6746967" y="4517952"/>
              <a:ext cx="1299830" cy="586562"/>
            </a:xfrm>
            <a:prstGeom prst="snip1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Idea (Unit)</a:t>
              </a:r>
            </a:p>
            <a:p>
              <a:r>
                <a:rPr lang="en-HU" sz="1200" dirty="0"/>
                <a:t>Language tag</a:t>
              </a:r>
            </a:p>
          </p:txBody>
        </p:sp>
        <p:sp>
          <p:nvSpPr>
            <p:cNvPr id="32" name="Snip Single Corner of Rectangle 31">
              <a:extLst>
                <a:ext uri="{FF2B5EF4-FFF2-40B4-BE49-F238E27FC236}">
                  <a16:creationId xmlns:a16="http://schemas.microsoft.com/office/drawing/2014/main" id="{A6B8D4C8-4541-C4EA-14EF-24576370AD06}"/>
                </a:ext>
              </a:extLst>
            </p:cNvPr>
            <p:cNvSpPr/>
            <p:nvPr/>
          </p:nvSpPr>
          <p:spPr>
            <a:xfrm>
              <a:off x="8501322" y="4335205"/>
              <a:ext cx="2361258" cy="923256"/>
            </a:xfrm>
            <a:prstGeom prst="snip1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HU" sz="1200" dirty="0"/>
                <a:t>Idea (Text)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HU" sz="1200" dirty="0"/>
                <a:t>Ref to token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HU" sz="1200" dirty="0"/>
                <a:t>TextType: Label, Desc, etc.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HU" sz="1200" dirty="0"/>
                <a:t>Bin string</a:t>
              </a:r>
            </a:p>
          </p:txBody>
        </p:sp>
      </p:grp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4F38E3BC-9817-0532-9649-B747B32E2055}"/>
              </a:ext>
            </a:extLst>
          </p:cNvPr>
          <p:cNvSpPr/>
          <p:nvPr/>
        </p:nvSpPr>
        <p:spPr>
          <a:xfrm>
            <a:off x="9349566" y="435599"/>
            <a:ext cx="1977654" cy="118586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HU" sz="1200" dirty="0"/>
              <a:t>Stream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Ref to vocabulary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Ref to Serializer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Type Text / Binary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Bin stream</a:t>
            </a:r>
          </a:p>
          <a:p>
            <a:pPr algn="ctr"/>
            <a:endParaRPr lang="en-HU" sz="1200" dirty="0"/>
          </a:p>
        </p:txBody>
      </p:sp>
      <p:sp>
        <p:nvSpPr>
          <p:cNvPr id="34" name="Plaque 33">
            <a:extLst>
              <a:ext uri="{FF2B5EF4-FFF2-40B4-BE49-F238E27FC236}">
                <a16:creationId xmlns:a16="http://schemas.microsoft.com/office/drawing/2014/main" id="{66D22F46-0072-5A3E-2F8A-EE808B9F9D79}"/>
              </a:ext>
            </a:extLst>
          </p:cNvPr>
          <p:cNvSpPr/>
          <p:nvPr/>
        </p:nvSpPr>
        <p:spPr>
          <a:xfrm>
            <a:off x="5048688" y="467570"/>
            <a:ext cx="1970580" cy="1246930"/>
          </a:xfrm>
          <a:prstGeom prst="plaqu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HU" sz="1200" dirty="0"/>
              <a:t>Serializer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Ref Formatter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Ref vocabulary</a:t>
            </a:r>
          </a:p>
        </p:txBody>
      </p:sp>
      <p:sp>
        <p:nvSpPr>
          <p:cNvPr id="35" name="Plaque 34">
            <a:extLst>
              <a:ext uri="{FF2B5EF4-FFF2-40B4-BE49-F238E27FC236}">
                <a16:creationId xmlns:a16="http://schemas.microsoft.com/office/drawing/2014/main" id="{22DC0885-626E-EC22-1298-858B6D39E7B9}"/>
              </a:ext>
            </a:extLst>
          </p:cNvPr>
          <p:cNvSpPr/>
          <p:nvPr/>
        </p:nvSpPr>
        <p:spPr>
          <a:xfrm>
            <a:off x="7143314" y="445969"/>
            <a:ext cx="1778742" cy="1246930"/>
          </a:xfrm>
          <a:prstGeom prst="plaqu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HU" sz="1200" dirty="0"/>
              <a:t>Formatter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In / Out / Both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Encoding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Structure (CSV, JSON, XML, etc.)</a:t>
            </a:r>
          </a:p>
        </p:txBody>
      </p:sp>
    </p:spTree>
    <p:extLst>
      <p:ext uri="{BB962C8B-B14F-4D97-AF65-F5344CB8AC3E}">
        <p14:creationId xmlns:p14="http://schemas.microsoft.com/office/powerpoint/2010/main" val="3620241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0068D7E6-6C7B-1A5B-FEF6-9D2181C00675}"/>
              </a:ext>
            </a:extLst>
          </p:cNvPr>
          <p:cNvSpPr/>
          <p:nvPr/>
        </p:nvSpPr>
        <p:spPr>
          <a:xfrm>
            <a:off x="970157" y="797312"/>
            <a:ext cx="1728439" cy="526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U" sz="1200" dirty="0"/>
              <a:t>MiND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A710D2-58A5-92CE-DBA3-D5147C8A6E1A}"/>
              </a:ext>
            </a:extLst>
          </p:cNvPr>
          <p:cNvSpPr/>
          <p:nvPr/>
        </p:nvSpPr>
        <p:spPr>
          <a:xfrm>
            <a:off x="4123083" y="797313"/>
            <a:ext cx="1728439" cy="526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U" sz="1200" dirty="0"/>
              <a:t>Dust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46B79-CBA3-B7F0-00BB-F775C44D9E68}"/>
              </a:ext>
            </a:extLst>
          </p:cNvPr>
          <p:cNvSpPr/>
          <p:nvPr/>
        </p:nvSpPr>
        <p:spPr>
          <a:xfrm>
            <a:off x="6653561" y="797312"/>
            <a:ext cx="1728439" cy="526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U" sz="1200" dirty="0"/>
              <a:t>DustJava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562221-BE26-C3ED-1D3D-F2D6FD2096C5}"/>
              </a:ext>
            </a:extLst>
          </p:cNvPr>
          <p:cNvSpPr/>
          <p:nvPr/>
        </p:nvSpPr>
        <p:spPr>
          <a:xfrm>
            <a:off x="9575180" y="797312"/>
            <a:ext cx="1728439" cy="52633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HU" sz="1200" dirty="0"/>
              <a:t>Test01</a:t>
            </a:r>
          </a:p>
          <a:p>
            <a:pPr algn="ctr"/>
            <a:r>
              <a:rPr lang="en-HU" sz="1200" dirty="0"/>
              <a:t>(monolithic)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D440DB-DD5E-AE43-D6D7-C155ABA60B61}"/>
              </a:ext>
            </a:extLst>
          </p:cNvPr>
          <p:cNvSpPr/>
          <p:nvPr/>
        </p:nvSpPr>
        <p:spPr>
          <a:xfrm>
            <a:off x="9665399" y="1361209"/>
            <a:ext cx="1548000" cy="288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Machine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1355493-DD87-AB24-BD68-FF020AE0804A}"/>
              </a:ext>
            </a:extLst>
          </p:cNvPr>
          <p:cNvSpPr/>
          <p:nvPr/>
        </p:nvSpPr>
        <p:spPr>
          <a:xfrm>
            <a:off x="4213302" y="2458629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{Modules}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C3AE67-C2AB-1D93-B5DA-71867E631A82}"/>
              </a:ext>
            </a:extLst>
          </p:cNvPr>
          <p:cNvSpPr/>
          <p:nvPr/>
        </p:nvSpPr>
        <p:spPr>
          <a:xfrm>
            <a:off x="4213302" y="3187559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{Logic-Binary}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2FEAB3-2ED6-8C26-7D95-F31DA25C039F}"/>
              </a:ext>
            </a:extLst>
          </p:cNvPr>
          <p:cNvSpPr/>
          <p:nvPr/>
        </p:nvSpPr>
        <p:spPr>
          <a:xfrm>
            <a:off x="6743780" y="1696379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{Logic-className}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6854B08-EE55-B15E-BC92-FB6CC16C4CEA}"/>
              </a:ext>
            </a:extLst>
          </p:cNvPr>
          <p:cNvSpPr/>
          <p:nvPr/>
        </p:nvSpPr>
        <p:spPr>
          <a:xfrm>
            <a:off x="4213302" y="2104147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Machine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CBF307B-135E-B46E-6818-384F58B34BA1}"/>
              </a:ext>
            </a:extLst>
          </p:cNvPr>
          <p:cNvSpPr/>
          <p:nvPr/>
        </p:nvSpPr>
        <p:spPr>
          <a:xfrm>
            <a:off x="4213302" y="3949300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Module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8CE76D-1614-5261-0478-39DB212141AC}"/>
              </a:ext>
            </a:extLst>
          </p:cNvPr>
          <p:cNvSpPr/>
          <p:nvPr/>
        </p:nvSpPr>
        <p:spPr>
          <a:xfrm>
            <a:off x="1060376" y="4101982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Logic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3BE596-E20D-4A41-2E99-6329206ECB4F}"/>
              </a:ext>
            </a:extLst>
          </p:cNvPr>
          <p:cNvSpPr/>
          <p:nvPr/>
        </p:nvSpPr>
        <p:spPr>
          <a:xfrm>
            <a:off x="1060376" y="4636164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Agent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532308-BF0E-12C0-A8D1-CC2DD1358CCA}"/>
              </a:ext>
            </a:extLst>
          </p:cNvPr>
          <p:cNvSpPr/>
          <p:nvPr/>
        </p:nvSpPr>
        <p:spPr>
          <a:xfrm>
            <a:off x="1060376" y="4983105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AgentLogic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30E3AF-04F7-55E4-1B10-E7EADEBA4A87}"/>
              </a:ext>
            </a:extLst>
          </p:cNvPr>
          <p:cNvSpPr/>
          <p:nvPr/>
        </p:nvSpPr>
        <p:spPr>
          <a:xfrm>
            <a:off x="1060376" y="2750828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Dialog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9E5B0C-4832-8B09-6BA1-DB89CC627981}"/>
              </a:ext>
            </a:extLst>
          </p:cNvPr>
          <p:cNvSpPr/>
          <p:nvPr/>
        </p:nvSpPr>
        <p:spPr>
          <a:xfrm>
            <a:off x="1060376" y="3105808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{Ideas}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534BD06-9F3B-82ED-2584-95F7109E9C18}"/>
              </a:ext>
            </a:extLst>
          </p:cNvPr>
          <p:cNvSpPr/>
          <p:nvPr/>
        </p:nvSpPr>
        <p:spPr>
          <a:xfrm>
            <a:off x="1060376" y="1153684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Idea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DA3159F-7E6D-DD17-1306-2CDA1214997E}"/>
              </a:ext>
            </a:extLst>
          </p:cNvPr>
          <p:cNvSpPr/>
          <p:nvPr/>
        </p:nvSpPr>
        <p:spPr>
          <a:xfrm>
            <a:off x="1060376" y="1508664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Listeners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AE355CB-E25F-329F-F2F2-DE85A621481D}"/>
              </a:ext>
            </a:extLst>
          </p:cNvPr>
          <p:cNvSpPr/>
          <p:nvPr/>
        </p:nvSpPr>
        <p:spPr>
          <a:xfrm>
            <a:off x="1060376" y="3492888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[InitIdeas]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B4E5403-B1CA-7F99-7CF3-95577589211D}"/>
              </a:ext>
            </a:extLst>
          </p:cNvPr>
          <p:cNvSpPr/>
          <p:nvPr/>
        </p:nvSpPr>
        <p:spPr>
          <a:xfrm>
            <a:off x="1060376" y="1880221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Logic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B734CF9-43BA-1CE2-F6D8-40477CE4D3ED}"/>
              </a:ext>
            </a:extLst>
          </p:cNvPr>
          <p:cNvSpPr/>
          <p:nvPr/>
        </p:nvSpPr>
        <p:spPr>
          <a:xfrm>
            <a:off x="6743780" y="1312012"/>
            <a:ext cx="1548000" cy="288000"/>
          </a:xfrm>
          <a:prstGeom prst="roundRect">
            <a:avLst/>
          </a:prstGeom>
          <a:pattFill prst="lgCheck">
            <a:fgClr>
              <a:schemeClr val="accent5"/>
            </a:fgClr>
            <a:bgClr>
              <a:schemeClr val="accent1"/>
            </a:bgClr>
          </a:patt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Module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1819576-7CA3-E9A1-C0AC-B5F83A035F67}"/>
              </a:ext>
            </a:extLst>
          </p:cNvPr>
          <p:cNvSpPr/>
          <p:nvPr/>
        </p:nvSpPr>
        <p:spPr>
          <a:xfrm>
            <a:off x="4213302" y="4493810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UnitLoader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B7920F8-7F27-9A8A-F501-12F7D5383886}"/>
              </a:ext>
            </a:extLst>
          </p:cNvPr>
          <p:cNvSpPr/>
          <p:nvPr/>
        </p:nvSpPr>
        <p:spPr>
          <a:xfrm>
            <a:off x="6743780" y="2114712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Classloader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6A989A5-327E-40F4-291D-775A60E6855D}"/>
              </a:ext>
            </a:extLst>
          </p:cNvPr>
          <p:cNvSpPr/>
          <p:nvPr/>
        </p:nvSpPr>
        <p:spPr>
          <a:xfrm>
            <a:off x="9665399" y="2268611"/>
            <a:ext cx="1638220" cy="28800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BinaryCreator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97176A-9048-AC2E-2A4B-2964CAD2CCBD}"/>
              </a:ext>
            </a:extLst>
          </p:cNvPr>
          <p:cNvSpPr/>
          <p:nvPr/>
        </p:nvSpPr>
        <p:spPr>
          <a:xfrm>
            <a:off x="9673843" y="1770532"/>
            <a:ext cx="1548000" cy="2880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TestModule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6ADEB0D-68C3-E811-EFA1-ECC0387A6B77}"/>
              </a:ext>
            </a:extLst>
          </p:cNvPr>
          <p:cNvSpPr/>
          <p:nvPr/>
        </p:nvSpPr>
        <p:spPr>
          <a:xfrm>
            <a:off x="4213302" y="2823094"/>
            <a:ext cx="1548000" cy="2880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UnitLoader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6DE2CBF-8FED-A218-5377-D7050DD8A491}"/>
              </a:ext>
            </a:extLst>
          </p:cNvPr>
          <p:cNvSpPr/>
          <p:nvPr/>
        </p:nvSpPr>
        <p:spPr>
          <a:xfrm>
            <a:off x="6743780" y="2698431"/>
            <a:ext cx="1548000" cy="288000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BinaryCreator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538175A-5C2D-95DC-4E6A-3F7EDE8C0C8C}"/>
              </a:ext>
            </a:extLst>
          </p:cNvPr>
          <p:cNvSpPr/>
          <p:nvPr/>
        </p:nvSpPr>
        <p:spPr>
          <a:xfrm>
            <a:off x="9628733" y="2725398"/>
            <a:ext cx="1638220" cy="288001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U" sz="1200" dirty="0"/>
              <a:t>UnitLoader</a:t>
            </a:r>
          </a:p>
        </p:txBody>
      </p:sp>
    </p:spTree>
    <p:extLst>
      <p:ext uri="{BB962C8B-B14F-4D97-AF65-F5344CB8AC3E}">
        <p14:creationId xmlns:p14="http://schemas.microsoft.com/office/powerpoint/2010/main" val="1143076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que 1">
            <a:extLst>
              <a:ext uri="{FF2B5EF4-FFF2-40B4-BE49-F238E27FC236}">
                <a16:creationId xmlns:a16="http://schemas.microsoft.com/office/drawing/2014/main" id="{6430AA55-4F3C-2ED6-5D1C-25626CDAB434}"/>
              </a:ext>
            </a:extLst>
          </p:cNvPr>
          <p:cNvSpPr/>
          <p:nvPr/>
        </p:nvSpPr>
        <p:spPr>
          <a:xfrm>
            <a:off x="546137" y="437877"/>
            <a:ext cx="1259515" cy="388957"/>
          </a:xfrm>
          <a:prstGeom prst="plaqu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HU" sz="1200" dirty="0"/>
              <a:t>MachineLogic</a:t>
            </a:r>
          </a:p>
        </p:txBody>
      </p:sp>
      <p:sp>
        <p:nvSpPr>
          <p:cNvPr id="3" name="Snip Single Corner of Rectangle 2">
            <a:extLst>
              <a:ext uri="{FF2B5EF4-FFF2-40B4-BE49-F238E27FC236}">
                <a16:creationId xmlns:a16="http://schemas.microsoft.com/office/drawing/2014/main" id="{7270939A-3972-7BC3-2715-DE3068C0A18E}"/>
              </a:ext>
            </a:extLst>
          </p:cNvPr>
          <p:cNvSpPr/>
          <p:nvPr/>
        </p:nvSpPr>
        <p:spPr>
          <a:xfrm>
            <a:off x="962744" y="1798329"/>
            <a:ext cx="2636983" cy="1918329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MachineIdea (Unit)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Logic (Machine)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MachineDialogs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MachineThreads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MachineModules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MachineUnits (incl Modules)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UnitHandles (ID-handle map)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UnitIdeas (handle-idea map)</a:t>
            </a:r>
          </a:p>
        </p:txBody>
      </p:sp>
      <p:sp>
        <p:nvSpPr>
          <p:cNvPr id="4" name="Snip Single Corner of Rectangle 3">
            <a:extLst>
              <a:ext uri="{FF2B5EF4-FFF2-40B4-BE49-F238E27FC236}">
                <a16:creationId xmlns:a16="http://schemas.microsoft.com/office/drawing/2014/main" id="{453C8764-7505-9791-9829-969B845CC94F}"/>
              </a:ext>
            </a:extLst>
          </p:cNvPr>
          <p:cNvSpPr/>
          <p:nvPr/>
        </p:nvSpPr>
        <p:spPr>
          <a:xfrm>
            <a:off x="4749595" y="2547174"/>
            <a:ext cx="1477389" cy="1165973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ThreadIdea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ThreadDialog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(step, state)</a:t>
            </a:r>
          </a:p>
        </p:txBody>
      </p:sp>
      <p:sp>
        <p:nvSpPr>
          <p:cNvPr id="5" name="Snip Single Corner of Rectangle 4">
            <a:extLst>
              <a:ext uri="{FF2B5EF4-FFF2-40B4-BE49-F238E27FC236}">
                <a16:creationId xmlns:a16="http://schemas.microsoft.com/office/drawing/2014/main" id="{02F1D8F5-D99A-95CA-24FA-25FF75648F00}"/>
              </a:ext>
            </a:extLst>
          </p:cNvPr>
          <p:cNvSpPr/>
          <p:nvPr/>
        </p:nvSpPr>
        <p:spPr>
          <a:xfrm>
            <a:off x="5816395" y="632356"/>
            <a:ext cx="1602977" cy="1165973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DialogIdea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Logic (Machine)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NextQueue</a:t>
            </a:r>
          </a:p>
        </p:txBody>
      </p:sp>
      <p:sp>
        <p:nvSpPr>
          <p:cNvPr id="6" name="Snip Single Corner of Rectangle 5">
            <a:extLst>
              <a:ext uri="{FF2B5EF4-FFF2-40B4-BE49-F238E27FC236}">
                <a16:creationId xmlns:a16="http://schemas.microsoft.com/office/drawing/2014/main" id="{B6DE702A-A174-582E-AE12-463014812480}"/>
              </a:ext>
            </a:extLst>
          </p:cNvPr>
          <p:cNvSpPr/>
          <p:nvPr/>
        </p:nvSpPr>
        <p:spPr>
          <a:xfrm>
            <a:off x="1672658" y="4539949"/>
            <a:ext cx="1477389" cy="1165973"/>
          </a:xfrm>
          <a:prstGeom prst="snip1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HU" sz="1200" dirty="0"/>
              <a:t>UnitIdea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UnitHandles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HU" sz="1200" dirty="0"/>
              <a:t>UnitIdeas</a:t>
            </a:r>
          </a:p>
        </p:txBody>
      </p:sp>
    </p:spTree>
    <p:extLst>
      <p:ext uri="{BB962C8B-B14F-4D97-AF65-F5344CB8AC3E}">
        <p14:creationId xmlns:p14="http://schemas.microsoft.com/office/powerpoint/2010/main" val="2435580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1957</TotalTime>
  <Words>216</Words>
  <Application>Microsoft Macintosh PowerPoint</Application>
  <PresentationFormat>Widescreen</PresentationFormat>
  <Paragraphs>81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Lorand Kedves</dc:creator>
  <cp:lastModifiedBy>Lorand Kedves</cp:lastModifiedBy>
  <cp:revision>9</cp:revision>
  <dcterms:created xsi:type="dcterms:W3CDTF">2025-08-12T07:43:02Z</dcterms:created>
  <dcterms:modified xsi:type="dcterms:W3CDTF">2025-09-22T11:29:39Z</dcterms:modified>
</cp:coreProperties>
</file>